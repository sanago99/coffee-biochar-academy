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7FB8"/>
                </a:solidFill>
              </a:rPr>
              <a:t>MÓDULO 6 — Disciplina Operativa y dMRV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Simulacro de auditoría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6.2  ·  3 horas  ·  Sesión final del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REGLAS DEL SIMULACRO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facilitador asume el rol de auditor del CSI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extensionistas responden como en una auditoría real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Respuestas basadas en evidencia, no en suposiciones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Cada error del simulacro es una oportunidad de aprendizaje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Al final: retroalimentación colectiva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ESCENARIO 1 — DISCREPANCIA DE PESO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App registra: 87 kg de biochar el 5 de octubre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Hoja de campo física firmada ese día: 62 kg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Pregunta del auditor: ¿cómo explica esta diferencia?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¿Cuál es el dato correcto? ¿Existe la evidencia?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ESCENARIO 2 — QUEMA NO REGISTRADA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Reporte comunitario: el productor quemó residuos el 12/11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No hay registro de esa quema en el sistema dMRV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Pregunta del auditor: ¿qué pasó? ¿Por qué no está registrado?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¿Era biomasa elegible? ¿Del lote del proyecto?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ESCENARIO 3 — FECHAS IMPOSIBLES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Sistema detecta: lote #047 aplicado el 20 de septiembre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mismo lote fue producido el 22 de septiembre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¿Cómo puede haberse aplicado antes de producirse?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¿Hay hoja de campo que muestre la fecha real?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ESCENARIO 4 — FOTOS SIN GPS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Registro #031: fotos sin coordenadas GPS en metadatos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Protocolo: GPS activo SIEMPRE en fotos de campo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¿Por qué no tenían GPS activado?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¿Hay otras evidencias corroboradoras del lote?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RETROALIMENTACIÓN DEL SIMULACRO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¿Respondiste con calma o de forma defensiva?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¿Tenías la evidencia organizada y accesible?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¿Reconociste los errores sin justificar lo injustificable?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¿Conocías el procedimiento de corrección correcto?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CIERRE DEL PROGRAMA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6 módulos — 16 semanas — ≈ 34 horas de formación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Ahora tienes las herramientas técnicas, agronómicas y operativas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extensionista certificado = líder técnico de su comunidad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Próximo paso: evaluación final + evaluación práctica de campo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