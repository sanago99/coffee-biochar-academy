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7FB8"/>
                </a:solidFill>
              </a:rPr>
              <a:t>MÓDULO 6 — Disciplina Operativa y dMRV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Flujo completo del proyecto
y responsabilidad legal del dato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6.1  ·  3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EL DATO COMO ACTIVO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Un crédito de carbono es tan bueno como sus datos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Datos perfectos → crédito válido → pago al productor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Datos incorrectos → descertificación → pérdida de ingreso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¿Quién controla los datos en campo? El extensionista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LAS 8 ETAPAS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Enrolamiento de la finca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Recolección y pesaje de biomasa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Producción de biochar (Kon-Tiki)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Caracterización de laboratorio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5. Aplicación al suelo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6. Monitoreo de campo periódico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7. Reporte al certifier (CSI)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8. Emisión del crédito en el Global C-Sink Registry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EL EXTENSIONISTA EN EL FLUJO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Etapas bajo responsabilidad directa del extensionista: 1, 2, 3, 5 y 6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 de 8 etapas del proceso dependen de él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sus datos correctos → el crédito no existe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sus datos perfectos → el crédito es irrefutable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LA APP PLANBOO —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Campos obligatorios: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Fecha y hora exactas de inicio y fin de la quema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GPS del lugar (activar ANTES de abrir el formulario)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Peso real en kg (medido con balanza, JAMÁS estimado)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Fotos: biomasa → quema en operación → biochar post-quench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LA APP PLANBOO — APLICACIÓN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Campos obligatorios: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Fecha, GPS del lote, área en hectáreas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Cantidad aplicada en kg (pesada)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Método de incorporación (selección en menú)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Fotos: durante y después de la aplicación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Referencia al número de lote de producción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RESPONSABILIDAD LEGAL DEL DATO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dato en Planboo tiene valor legal ante CSI e Incofin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Dato alterado → descertificación del lote o del clúster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ICSM: conservar TODOS los datos por mínimo 10 AÑOS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No se borran registros — se documentan correcciones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TIPOS DE AUDITORÍA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Auditoría anunciada CSI: revisión documental completa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Spot check (sorpresa): verificación física en campo sin aviso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dMRV data review: análisis automático de inconsistencias estadísticas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Feedback comunitario: canal abierto para reportes de irregularidades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9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97FB8"/>
                </a:solidFill>
              </a:rPr>
              <a:t>ERRORES MÁS COMUNES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Registrar peso estimado → solo pesos reales medidos con balanza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Fotos sin GPS o del lote incorrecto → siempre in situ con GPS activo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No registrar quemas pequeñas → TODAS las quemas, sin excepción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Fecha de registro ≠ fecha de producción → registrar mismo día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5. Formulario incompleto → puede invalidar todo el registro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