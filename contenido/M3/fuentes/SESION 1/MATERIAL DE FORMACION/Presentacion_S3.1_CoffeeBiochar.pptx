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0916C"/>
                </a:solidFill>
              </a:rPr>
              <a:t>MÓDULO 3 — Ciencia y Tecnología del Biochar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Pirólisis: la ciencia
detrás del biochar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0A0A0"/>
                </a:solidFill>
              </a:rPr>
              <a:t>Sesión 3.1  ·  2 horas  ·  Virtual sincrónica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</a:rPr>
              <a:t>Coffee Biochar Academy  ·  Biodiversal SAS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es la pirólisis?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Variables críticas: temperatura, tiempo, oxígeno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horno Kon-Tiki y la cortina de llama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Biochar vs. carbón vegetal vs. ceniza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Rendimiento y emisiones del Kon-Tiki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Errores comunes en campo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PREGUNTA DE APERTURA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¿Qué pasa cuando quemamos la zoca a campo abierto?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→ Casi todo el carbono se convierte en CO₂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¿Y si controlamos el proceso con el Kon-Tiki?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→ Una fracción queda atrapada como carbono estable por siglos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¿QUÉ ES LA PIRÓLISIS?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Descomposición termoquímica de la biomasa sin oxígeno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No es combustión → no produce humo negro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La biomasa se transforma, no se destruye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Resultado: sólido poroso rico en carbono = biochar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VARIABLES CRÍTICAS DEL PROCESO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Temperatura: 600–750 °C en la zona activa del Kon-Tiki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Tiempo de residencia: adición lenta = mejor calidad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Oxígeno: la cortina de llama consume el O₂ disponible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Regla práctica: lento, caliente y sin oxígeno = biochar de calidad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EL HORNO KON-TIKI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Diseño en cono invertido de acero o ladrillo refractario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Principio: Flame Curtain Kiln — cortina de llama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Los gases volátiles arden en la superficie → barrera de O₂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Sin partes móviles: replicable en cualquier finca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Desarrollado por Ithaka Institute (Suiza)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BIOCHAR  ·  CARBÓN  ·  CENIZA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Biochar (Kon-Tiki): C orgánico &gt; 80%  →  CALIFICA CSI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Carbón vegetal: C 60–80%  →  NO CALIFICA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Ceniza (quema abierta): C &lt; 5%  →  NO CALIFICA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Solo el biochar del protocolo Coffee Biochar genera crédito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RENDIMIENTO DEL KON-TIKI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14 % ± 3 % del peso seco de biomasa → biochar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Ejemplo: 1.000 kg biomasa seca → 110–170 kg biochar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Factores que afectan: humedad, velocidad de adición, temperatura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Regla: biomasa seca + adición lenta = máximo rendimiento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EMISIONES: KON-TIKI VS. QUEMA ABIERTA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7× menos CO (monóxido de carbono)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4× menos PM2.5 (material particulado)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33× menos NOx (óxidos de nitrógeno)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Además: el carbono queda atrapado en lugar de liberarse como CO₂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ERRORES OPERATIVOS COMUNES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Quench insuficiente → biochar sigue ardiendo → pérdida de masa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Biomasa húmeda → temperatura baja → calidad reducida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Sobrecarga del horno → pirólisis incompleta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Mezcla con tierra antes del pesaje → dato incorrecto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No registrar en la app → lote no existe para el crédito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PUNTOS CLAVE DE LA SESIÓN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La pirólisis transforma biomasa en carbono estable sin quemarlo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El Kon-Tiki usa la cortina de llama para excluir el O₂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Solo el biochar correcto califica para el crédito CSI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Rendimiento típico: 14 % del peso seco de la biomasa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Los errores operativos reducen la calidad y el rendimiento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0916C"/>
                </a:solidFill>
              </a:rPr>
              <a:t>TAREA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1247120" cy="18288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Leer: Guía de Lectura S3.2 — Estabilidad del carbono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Reflexionar: ¿por qué el índice H/C determina la permanencia del biochar?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▸  Observar: en la próxima quema, ¿hay llama perimetral uniforme?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