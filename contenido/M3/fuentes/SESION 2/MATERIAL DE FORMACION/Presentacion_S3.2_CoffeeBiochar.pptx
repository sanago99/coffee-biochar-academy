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3 — Ciencia y Tecnología del Biochar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Estabilidad del carbono
y persistencia en suelo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</a:rPr>
              <a:t>Sesión 3.2  ·  2 horas  ·  Virtual sincrónica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¿Por qué el biochar dura &gt; 1.000 años?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Fracción PAC y SPC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El índice H/Corg — la prueba de calidad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Permanencia y el crédito de carbono a 10 años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Biomasa elegible: criterios del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¿POR QUÉ EL BIOCHAR DURA TANTO?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Madera fresca: los microbios la digieren en meses/años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Carbón vegetal: resiste décadas pero se degrada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Biochar (H/C &lt; 0.4): estructura aromática que los microbios NO pueden degradar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Resultado: el carbono permanece &gt; 1.000 años en el suelo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FRACCIÓN PAC — CARBONO AROMÁTICO PERSISTENTE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Estructura: anillos de benceno condensados (similar al grafito)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Persiste: &gt; 1.000 años en el suelo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Proporción requerida en el proyecto: ≥ 75 % del C total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Los microorganismos NO tienen enzimas para degradarlo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FRACCIÓN SPC — CARBONO SEMI-PERSISTENTE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Estructura aromática menos condensada, con más H y 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Se degrada gradualmente: vida media ≈ 50 años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Proporción en el proyecto: ≤ 25 % del C total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También aporta beneficios, pero no es la fracción del crédito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EL ÍNDICE H/Corg — PRUEBA DE CALIDAD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H/Corg = Hidrógeno / Carbono orgánico (análisis de laboratorio)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H/Corg &lt; 0.4  →  PAC ≥ 75 %  →  biochar CALIFICA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H/Corg ≥ 0.4  →  PAC &lt; 75 %  →  biochar NO CALIFICA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Es el parámetro más importante del informe de caracterización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¿QUÉ HACE QUE H/Corg SEA ALTO?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Temperatura insuficiente en la quema (&lt; 600 °C)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Tiempo de residencia muy corto (adición demasiado rápida)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Biomasa húmeda (consume energía, baja la temperatura)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Quench prematuro (pirólisis interrumpida antes de completarse)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Solución: más lento, más caliente, biomasa seca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EL CRÉDITO DE CARBONO A 10 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El crédito certifica X toneladas de C permanentes en el suelo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Garantía técnica: H/Corg &lt; 0.4 → PAC ≥ 75 % → dura &gt; 1.000 años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Si el biochar no cumple H/Corg &lt; 0.4 → ese lote NO genera crédito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El extensionista es el guardián de esta calidad en campo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BIOMASA ELEGIBLE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Humedad ≤ 30 % al momento de la quema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Sin contaminantes: plástico, metal, tierra, otros residuos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Tamaño de partícula &lt; 15 cm para pirólisis homogénea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Trazabilidad: proviene de la finca registrada en el proyecto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CASO DE ANÁLISIS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Lote de biochar con H/Corg = 0.47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¿Qué salió mal durante la quema?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¿Qué consecuencias tiene para el productor?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¿Para el clúster entero?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¿Cómo se previene en la próxima quema?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PUNTOS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El biochar dura &gt; 1.000 años porque su C es PAC (aromático)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H/Corg &lt; 0.4 es el certificado de calidad del biochar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Si H/Corg ≥ 0.4, el lote no genera crédito de carbono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La biomasa húmeda o contaminada deteriora la calidad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