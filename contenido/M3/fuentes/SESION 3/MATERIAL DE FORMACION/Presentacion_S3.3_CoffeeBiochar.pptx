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0916C"/>
                </a:solidFill>
              </a:rPr>
              <a:t>MÓDULO 3 — Ciencia y Tecnología del Biochar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97280"/>
            <a:ext cx="11430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Caracterización básica
del biochar y riesgos operativos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4747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A0A0A0"/>
                </a:solidFill>
              </a:rPr>
              <a:t>Sesión 3.3  ·  2 horas  ·  Virtual sincrónica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217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0A0A0"/>
                </a:solidFill>
              </a:rPr>
              <a:t>Coffee Biochar Academy  ·  Biodiversal SAS BIC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0916C"/>
                </a:solidFill>
              </a:rP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247120" cy="18288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▸  ¿Qué le analizan al biochar?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▸  Los 5 parámetros básicos de caracterización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▸  Cómo interpretar el informe de laboratorio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▸  Riesgos operativos y cómo prevenirlos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▸  Repaso del Módulo 3 completo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0916C"/>
                </a:solidFill>
              </a:rPr>
              <a:t>PARÁMETRO 1 — MOISTURE (HUMEDAD)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247120" cy="18288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▸  ¿Qué mide? % de agua en el biochar al momento del pesaje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▸  Valor referencia: &lt; 15 %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▸  El crédito se calcula sobre el carbono SECO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▸  Biochar húmedo → sobreestimación del C real → dato incorrecto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▸  Regla: pesar siempre con biochar frío y seco (post-quench)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0916C"/>
                </a:solidFill>
              </a:rPr>
              <a:t>PARÁMETRO 2 — ASH 550°C (CENIZAS)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247120" cy="18288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▸  ¿Qué mide? % de mineral inorgánico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▸  Valor en zoca de café: 5–12 %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▸  Ash alto indica: posible mezcla con tierra o cenizas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▸  Más ash → menos carbono activo en el lote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0916C"/>
                </a:solidFill>
              </a:rPr>
              <a:t>PARÁMETRO 3 — CARBON C%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247120" cy="18288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▸  ¿Qué mide? % de carbono orgánico (base seca libre de cenizas)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▸  Valor de referencia: &gt; 82 % BDLC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▸  Indicador directo de la riqueza en carbono del biochar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▸  C% bajo → pirólisis incompleta o biomasa de mala calidad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0916C"/>
                </a:solidFill>
              </a:rPr>
              <a:t>PARÁMETROS 4 Y 5 — BULK DENSITY Y pH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247120" cy="18288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▸  Bulk Density (densidad aparente): 0.3–0.5 kg/L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A0A0A0"/>
                </a:solidFill>
              </a:rPr>
              <a:t>    → Relevante para calcular dosis de aplicación por ha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▸  pH: generalmente 8–10 (alcalino) en Kon-Tiki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A0A0A0"/>
                </a:solidFill>
              </a:rPr>
              <a:t>    → En suelos ácidos del café (pH 5.5–6.5): efecto positivo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A0A0A0"/>
                </a:solidFill>
              </a:rPr>
              <a:t>    → En suelos ya alcalinos: precaución con dosis altas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0916C"/>
                </a:solidFill>
              </a:rPr>
              <a:t>RESUMEN: LOS 5 PARÁMETROS + H/Corg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247120" cy="18288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▸  Moisture &lt; 15 %  →  calidad del dato de producción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▸  Ash 550°C 5–12 %  →  dilución del carbono activo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▸  C% &gt; 82 %  →  riqueza en carbono del biochar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▸  Bulk Density 0.3–0.5 kg/L  →  dosis y logística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▸  pH 8–10  →  efecto en el suelo de aplicación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▸  H/Corg &lt; 0.4  →  estabilidad y elegibilidad para el crédito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0916C"/>
                </a:solidFill>
              </a:rPr>
              <a:t>RIESGOS OPERATIVOS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247120" cy="18288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▸  1. Quench insuficiente → biochar sigue ardiendo → pérdida de masa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▸  2. Biomasa húmeda → H/Corg alto → no califica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▸  3. Sobrecarga del horno → temperatura baja → C% bajo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▸  4. Mezcla con tierra/ceniza → Ash alto, peso alterado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▸  5. No registrar en la app → lote no existe para el crédito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0916C"/>
                </a:solidFill>
              </a:rPr>
              <a:t>REPASO MÓDULO 3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247120" cy="18288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▸  S3.1: Pirólisis + Kon-Tiki. Cortina de llama. Rendimiento 14 %.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▸  S3.2: PAC ≥ 75 %. H/Corg &lt; 0.4 = califica. Biomasa elegible.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▸  S3.3: 5 parámetros + H/Corg. Interpretación del informe. Prevención errores.</a:t>
            </a:r>
          </a:p>
          <a:p>
            <a:pPr>
              <a:spcBef>
                <a:spcPts val="400"/>
              </a:spcBef>
            </a:pPr>
            <a:r>
              <a:t/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▸  Próxima semana: EVALUACIÓN MÓDULO 3  ·  10 preguntas  ·  Nota mínima: 70 %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