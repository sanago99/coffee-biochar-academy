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4 — Bases Agronómicas del Suelo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Biología del suelo
el ecosistema vivo bajo los pies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4.3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DATO DE APERTURA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 gramo de suelo fértil = 100–1.000 millones de bacterias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organismos en 1 puñado de tierra que personas en el planeta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¿Para qué sirven? Para que el café tenga nutrientes disponibles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¿Qué pasa si desaparecen? El suelo se vuelve 'adicto' a insumos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LOS HABITANTES DEL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Bacterias: descomponen MO, fijan N, solubilizan P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Hongos: cosen agregados, forman micorrizas con las raíces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Lombrices: ingenieras del suelo — mezclan, airean, fertilizan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Nemátodos: mayoría benéficos (descomponedores)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Articulados: fraccionan residuos orgánicos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HONGOS MICORRÍZICOS (HMA)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Viven DENTRO de las raíces del café (endosimbiosis)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Sus hifas se extienden 10–15 cm más allá de la raíz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Absorben P donde las raíces no pueden llegar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café les paga con azúcares de la fotosíntesis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Con biochar: colonización aumenta 30–50 %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CICLO DE NUTRIENTES BIOLÓGICO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microorganismos → los nutrientes quedan bloqueados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Mineralización del N: MO → NH₄⁺ → NO₃⁻ disponible para el café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Solubilización del P: bacterias liberan P inorgánico insoluble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biología activa → menos necesidad de fertilizante externo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AGROQUÍMICOS Y LA BIOLOGÍA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Fungicidas sistémicos matan HMA además de patógenos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Herbicidas eliminan cobertura → menos alimento para microbios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Fertilización química excesiva → menos diversidad microbiana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suelo 'adicto' a insumos externos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BIOCHAR Y LA BIOLOGÍA DEL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Microporos = hábitat preferencial para bacterias y hongos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Superficie = absorbe contaminantes = menos estrés químico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 orgánico = alimento para descomponedores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Biomasa microbiana total AUMENTA con biochar en el suelo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INDICADORES BIOLÓGICOS EN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Lombrices: &gt; 10 en 30×30×30 cm = suelo muy activo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Olor a tierra (petricor): actinobacterias activas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Color oscuro: alta materia orgánica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Descomposición rápida de residuos: alta actividad microbiana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40916C"/>
                </a:solidFill>
              </a:rPr>
              <a:t>REPASO MÓDULO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S4.1: física — textura, estructura, poros, compactación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S4.2: química — pH, CIC, nutrientes, lixiviación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S4.3: biología — microbioma, HMA, ciclo nutrientes, indicadores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Evaluación Módulo 4 próxima sesión  ·  nota mínima 70 %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