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4 — Bases Agronómicas del Suelo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Física del suelo
la base estructural del cafetal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4.1  ·  2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¿Qué tiene el suelo además de tierra?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Textura y estructura: qué podemos cambiar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Macroporos y microporos: el sistema de tuberías del suelo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Compactación en cafetales de ladera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Indicadores físicos observables en campo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EL SUELO: MÁS QUE TIERRA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50 % sólidos: mineral (arena+limo+arcilla) + materia orgánica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25 % aire: en macroporos y mesoporos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25 % agua: en microporos (disponible para la planta)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Problema: cuando se compacta, el aire y el agua desaparecen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TEXTURA: NO CAMBIA CON EL MANEJO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Arena (0.05–2 mm): crujiente, drena rápido, poca retención de agua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Limo (0.002–0.05 mm): suave, retención media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Arcilla (&lt; 0.002 mm): pegajosa, máxima retención de agua y nutrientes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textura es heredada — no podemos cambiarla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ESTRUCTURA: SÍ SE PUEDE MEJORAR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Los agregados son 'terrones' formados por partículas unidas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'cemento' de los agregados: materia orgánica + microorganismos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 biochar + manejo orgánico: agregados más estables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Más estabilidad = más poros = mejor drenaje e infiltración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MACROPOROS Y MICROPOROS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Macroporos (&gt; 50 μm): autopistas del agua y el aire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Microporos (&lt; 50 μm): reservorios de agua para la planta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Compactación bloquea los macroporos → agua no infiltra → erosión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Biochar añade microporos → más agua disponible para la raíz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COMPACTACIÓN EN CAFETALES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Causas: pisoteo de mulas/ganado, maquinaria, labranza excesiva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Señal visual: agua que no infiltra durante las lluvias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Consecuencia: escorrentía → erosión → pérdida del horizonte 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Impacto en café: raíces no penetran → planta estresada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INDICADORES FÍSICOS EN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Resistencia: clavar varilla de 30 cm en suelo húmedo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Costra superficial: daño por impacto de gotas de lluvia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Infiltración: 1 L de agua — ¿cuánto tarda en absorberse?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Color y olor: negro + olor a tierra = rico en materia orgánica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Lombrices: &gt; 10 en 30×30×30 cm = suelo biológicamente activo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BIOCHAR Y LA FÍSICA DEL SUELO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Agrega microporos: más reservorios de agua disponible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Alimenta microorganismos: más 'cemento' para los agregados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Reduce densidad aparente: suelo más esponjoso y penetrable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Resultado: mejor estructura → más infiltración → menos erosión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