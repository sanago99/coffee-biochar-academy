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4 — Bases Agronómicas del Suelo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Química del suelo
fertilidad y nutrientes para el café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4.2  ·  2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¿Por qué el suelo necesita fertilizarse?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pH: el regulador de todo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CIC: la capacidad de retener nutrientes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Los nutrientes esenciales del café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Lixiviación y el rol del biochar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pH DEL SUELO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Escala 0–14: ácido → neutro → alcalino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Rango óptimo para el café: 5.5–6.5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&lt; 5.5: aluminio y manganeso tóxicos para la planta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&gt; 6.5: Fe, Mn, Zn quedan bloqueados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Biochar (pH 8–10) sube el pH de suelos ácidos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CIC — CAPACIDAD DE INTERCAMBIO CATIÓNICO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CIC = capacidad de retener cationes (Ca²⁺, K⁺, Mg²⁺, NH₄⁺)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Alta CIC: nutrientes se quedan en la zona de raíces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Baja CIC: nutrientes se van con la lluvia → lixiviación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¿Qué aumenta la CIC? Arcilla + materia orgánica + biochar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NUTRIENTES ESENCIALES DEL CAFÉ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N: crecimiento vegetativo  →  deficiencia: amarillamiento general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P: raíces y fructificación  →  deficiencia: hojas rojizas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K: calidad del grano  →  deficiencia: quemado en bordes de hojas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Ca: estructura celular  →  deficiencia: muerte de meristemos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Mg: clorofila  →  deficiencia: amarillamiento entre nervios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LIXIVIACIÓN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Agua de lluvia arrastra nutrientes solubles hacia capas profundas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Especialmente grave en zonas de alta precipitación (Tolima, Huila)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Los más lixiviables: NO₃⁻, K⁺, SO₄²⁻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Solución: aumentar CIC del suelo → más retención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biochar aumenta la CIC → +45 % nutrientes disponibles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CÓMO LEER UN ANÁLISIS DE SUELO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pH: ¿en rango 5.5–6.5?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CIC: alta (&gt; 12), media (6–12), baja (&lt; 6) meq/100g?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MO%: adecuado si &gt; 5 %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Ca, Mg, K: ¿balance correcto?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Fósforo disponible: ¿suficiente para fructificación?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