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2 — Fundamentos del Proyecto y Carbono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El Modelo Coffee Biochar
de Inicio a 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0A0"/>
                </a:solidFill>
              </a:rPr>
              <a:t>Semana 4  ·  2 horas  ·  Virtual sincrónica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 × Cirkular Agro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OBJETIVO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Que el extensionista conozca cada actor, cada paso y cada número del modelo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Con la claridad suficiente para: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Explicárselo al productor más escéptico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Saber qué está en juego cuando un dato falla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Estructura: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01  Los 8 pasos del proceso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02  Los actores y sus roles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03  El estándar Global Artisan C-Sink y la cadena financiera Incofin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01 · LOS 8 PASOS: DE LA ZOCA AL PAGO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1. Comunidad (110 ha mínimo)  →  C-Sink Network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2. Formación  →  Biodiversal + Cirkular Agro forman al productor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3. Pirólisis  →  zoca al horno Kon-Tiki → biochar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4. Aplicación  →  biochar al suelo del productor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5. Registro dMRV  →  Planboo documenta cada quema y aplicación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6. Certificación  →  CSI/CERES emiten el crédito C-Sink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7. Comercialización  →  Biodiversal vende en el MVC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8. Pago  →  valor económico al productor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extensionista es responsable de las etapas 2, 3, 4 y 5 en campo.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02 · LOS ACTORES Y SUS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Biodiversal SAS BIC  (C-Sink Manager)  →  diseña, opera y comercializa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Cirkular Agro  (Aliado en campo)  →  despliegue técnico territorial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Productor  (C-Sink Farmer)  →  opera el Kon-Tiki y aplica el biochar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Planboo  (dMRV Provider)  →  registra y verifica cada quema y aplicación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CSI — Carbon Standards International  →  propietario del estándar y registro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CERES  (Certifying Body)  →  certifica y avala los créditos de forma independiente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Incofin Investment Management  →  financia con impact-linked finance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 algún actor falla en su rol, el crédito no se emite o no es válido.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02 · EL EXTENSIONISTA EN 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extensionista conecta al productor con el crédito verificable: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Productor  →  Extensionista  →  Planboo  →  Coordinador de clúster  →  CSI/CERES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Responsabilidades directas: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Verificar que cada quema ocurre y se mide correctamente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Registrar en Planboo: litros, foto con GPS, fecha exacta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Garantizar que la aplicación queda documentada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Detectar y escalar alertas el mismo día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 ese eslabón falla, el crédito no existe.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03 · EL ESTÁNDAR GLOBAL ARTISAN C-SINK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Define exactamente qué debe producirse, cómo registrarse y qué evidencia debe existir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Sin estándar → no hay crédito. Sin crédito → no hay ingreso.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Exigencias clave del estándar: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Biomasa trazable: zoca de café verificada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Pirólisis documentada: fecha, litros, foto con GPS en Planboo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Aplicación al suelo: foto georreferenciada + litros + lote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No quema paralela: declaración de honor firmada por el productor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Retención de datos: registros disponibles para auditoría CSI/CERES (10 años)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Contenido de carbono: biochar con C &gt; 82 % (análisis de muestra)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03 · EL CRÉDITO DE CARBONO — LOS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1 t biochar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aplicada al suelo =
2.1 tCO₂e removidas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688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514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biochar/clúster/año
(C &gt; 82 %)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3716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A261"/>
                </a:solidFill>
              </a:rPr>
              <a:t>1.362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5146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</a:rPr>
              <a:t>créditos/clúster
bajo Global Artisan C-Sink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Estructura financiera Incofin: KPIs se cumplen → tasa baja → mayor margen → más ingreso al productor.
Cada quema no registrada tiene una consecuencia financiera real para las familias del clúster.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DINÁMICA DE CIERRE — ¿QUIÉN SOY YO EN ESTE MODELO?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1. Cada uno elige un actor del modelo (no el extensionista)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2. Tiene 3 minutos para preparar su respuesta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3. Responde en 60 segundos: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¿Quién soy?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¿Qué hago en el modelo?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¿Qué pasa si fallo?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4. El grupo retroalimenta: ¿faltó algo? ¿algo no quedó claro?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Criterio de éxito: todos pueden ubicar a cada actor en los 8 pasos sin mirar el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PARA LA PRÓXIMA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Pregunta de cierre: si un registro en Planboo falla hoy,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¿qué actor se ve afectado primero y qué pasa después? Describe la cadena completa.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Lecturas antes de la Sesión 2.3: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Guía de Lectura S2.2 — El modelo Coffee Biochar de inicio a fin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A0A0A0"/>
                </a:solidFill>
              </a:rPr>
              <a:t>      → ICSM v1.0 — Secciones 3 y 4: roles y responsabilidades + onboarding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Próxima sesión: S2.3 — El rol del extensionista en la integridad del carbono  ·  Semana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