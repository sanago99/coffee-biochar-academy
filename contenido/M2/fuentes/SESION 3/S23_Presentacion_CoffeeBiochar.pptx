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2 — Fundamentos del Proyecto y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El Rol del Extensionista
en la Integridad del Carbono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0"/>
                </a:solidFill>
              </a:rPr>
              <a:t>Semana 5  ·  2 horas  ·  Virtual sincrónica  ·  Incluye Evaluación 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 × Cirkular Agro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OBJETIVO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Que el extensionista entienda que su rol en el modelo no es solo operativo sino ético: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Garante de la integridad del dato que hace posible el crédito,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el ingreso del productor y la confianza del comprador.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Estructura: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01  El extensionista como garante: diferencia productor / extensionista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02  Integridad del dato: qué es un dato falso, qué consecuencias tiene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03  Auditorías CSI y la declaración de honor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01 · PRODUCTOR vs. EXTENSIONISTA — DOS ROLES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916C"/>
                </a:solidFill>
              </a:rPr>
              <a:t>PRODUCTOR — C-Sink Farmer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Opera el horno Kon-Tiki batch a batch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Aplica el biochar al suelo de su finca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Firma la declaración de honor (no quema paralela)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Informa al extensionista sobre cada quema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Aprende el protocolo con apoyo del extensionista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18288" cy="5303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EXTENSIONISTA — Garante de integridad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Verifica que cada quema ocurre y se mide correctamente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Registra en Planboo: litros, foto GPS, fecha exacta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Garantiza que la aplicación queda documentada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Detecta y escala alertas el mismo día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Orienta al productor en la declaración de honor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INTEGRIDAD DEL DATO — DOS CATEGORÍAS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916C"/>
                </a:solidFill>
              </a:rPr>
              <a:t>ERROR INVOLUNTARIO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Foto sin GPS por olvido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Litros registrados antes de medir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Fecha incorrecta por error de tipeo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Corregible con protocolo de corrección inmediata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No invalida el crédito si se corrige a tiempo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18288" cy="5303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DATO FALSO / ALTERADO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Registrar quema que no ocurrió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Inflar litros producidos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Fechas manipuladas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Fotos de otro lote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Invalidante — puede descertificar el clúster completo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CADENA DE CONSECUENCIAS — DATO FALSO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Dato falso en Planboo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→ CSI detecta inconsistencia (auditoría o dMRV data review)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→ Crédito del lote invalidado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→ Ingreso del productor se reduce o desaparece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5. → Reputación del clúster en riesgo ante el mercado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6. → Posibles consecuencias legales para el extensionista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dato registrado tiene valor legal ante CSI y ante el Certifier.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datos deben conservarse por mínimo 10 años (exigencia ICSM).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LA DECLARACIÓN DE HONOR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Compromiso formal del productor de NO quemar residuos agrícolas en paralelo a la producción de biochar.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ella, el crédito no tiene integridad de additionality.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Qué implica para el productor: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Firma un contrato al ingresar — compromiso legal documentado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Acepta visitas sin aviso del certificador (spot checks)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Una quema paralela puede invalidar sus créditos y los del clúster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El feedback comunitario permite que vecinos reporten irregularidades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Qué hace el extensionista: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Explica la declaración en lenguaje claro, sin tecnicismos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Verifica en cada visita: ¿hay señales de quema paralela? (humo, ceniza, olor)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Si detecta quema paralela → escala al coordinador ESE MISMO DÍA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AUDITORÍAS CSI — CÓMO CONTRIBUYE EL EXTENSIONISTA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Auditorías anunciadas  →  revisión documental completa (Planboo + contratos + declaraciones)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Spot checks  →  inspección física sin aviso: biomasa, hornos, biochar, litros vs. registro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dMRV data reviews  →  análisis automático: fechas imposibles, litros atípicos, GPS inconsistentes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Feedback comunitario  →  canal abierto para reportes de vecinos y productores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Un extensionista que: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registra bien,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orienta bien al productor,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escala alertas a tiempo,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no tiene nada que temer en una auditoría — y protege el ingreso de todos.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ESTUDIO DE CASO — CONSECUENCIAS EN CADENA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Escenario: extensionista lleva 3 días con retraso en registros.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Para ponerse al día, carga 6 quemas juntas con la misma fecha de hoy.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litros son estimados, no medidos. No informa al coordinador.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Consecuencias: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Para el dato: fechas inconsistentes + litros no medidos = registros inválidos para 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Para el crédito: quemas sin registro válido no generan crédito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Para el productor: producción real no certificada = ingreso reducido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Para el clúster: patrón detectado por el auditor puede afectar el dataset completo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Dinámica: ¿qué harías tú? — Role play en parejas (extensionista / coordinador).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EVALUACIÓN MÓDULO 2 Y 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EVALUACIÓN MÓDULO 2: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10 preguntas mixtas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Nota mínima: 70 %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Temas: ciclo del carbono, actores, estándar C-Sink, rol del extensionista, datos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Pregunta de cierre: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Describe en tres frases por qué la integridad del dato que registras hoy es,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al mismo tiempo, un acto técnico, un acto ético y un acto económico.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Próximo módulo: Módulo 3 — Ciencia y Tecnología del Biochar  ·  Semana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