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A261"/>
                </a:solidFill>
              </a:rPr>
              <a:t>MÓDULO 5 — Beneficios Agronómicos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Aplicación correcta
del biochar en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0A0A0"/>
                </a:solidFill>
              </a:rPr>
              <a:t>Sesión 5.3  ·  2 horas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309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DOSIS RECOMENDADA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Dosis mínima efectiva: 1–2 t/ha de biochar seco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Dosis óptima del proyecto: 5–10 t/ha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Objetivo: aplicar todo el biochar producido en la propia finca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Por debajo de 1 t/ha: efectos marginales, difícil de medir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MÉTODOS DE INCORPORACIÓN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1. MEJOR: mezclado con compost → biochar pre-cargado con nutrientes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2. MUY BUENO: en hoyo de siembra → contacto directo con raíces nuevas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3. BUENO: aplicación superficial + incorporación con azadón (10–15 cm)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4. EVITAR: aplicación superficial sin incorporación → se va con la lluvia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EL MOMENTO ÓPTIMO: LA ZOCA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zoca perturba el suelo → facilita la incorporación profunda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planta joven post-zoca se beneficia desde el inicio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La biomasa de la zoca = materia prima del biochar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Ciclo completo: zoca → Kon-Tiki → biochar → mismo lote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ERRORES COMUNES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incorporación: biochar se va con escorrentía en ladera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Suelo completamente seco: activación más lenta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Subdosificación: &lt; 1 t/ha = efectos marginales no detectables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Sobredosis en suelo alcalino: puede elevar pH &gt; 8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Sin registro en la app: el biochar no existe para el crédito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DOCUMENTACIÓN PARA EL CRÉDITO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Fecha exacta de aplicación (no aproximación)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Cantidad en kg o t (pesado, jamás estimado)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GPS del lote + área en hectáreas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Fotos: antes, durante y después de la aplicación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Número del lote de biochar utilizado (trazabilidad)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4A261"/>
                </a:solidFill>
              </a:rPr>
              <a:t>REPASO MÓDULO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24128"/>
            <a:ext cx="1124712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S5.1: +45 % nutrientes, lixiviación reducida, +16/13 % productividad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S5.2: +15 % agua, microbiología activada, -29 % metales, +39 % SOC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S5.3: dosis, métodos, zoca = momento ideal, documentación correcta</a:t>
            </a:r>
          </a:p>
          <a:p>
            <a:pPr>
              <a:spcBef>
                <a:spcPts val="500"/>
              </a:spcBef>
            </a:pPr>
            <a:r>
              <a:t/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FFFFFF"/>
                </a:solidFill>
              </a:rPr>
              <a:t>▸  Evaluación Módulo 5 próxima semana  ·  nota mínima 70 %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