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MÓDULO 5 — Beneficios Agronómicos del Biochar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Mejora de la fertilidad
y retención de nutrientes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0A0"/>
                </a:solidFill>
              </a:rPr>
              <a:t>Sesión 5.1  ·  2 horas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¿ES EL BIOCHAR UN FERTILIZANTE?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NO — el biochar no aporta N, P ni K directamente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SÍ — es un potenciador de fertilidad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Mecanismo: aumenta la CEC del suelo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Resultado: los nutrientes que ya están se retienen mejor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+45 % NUTRIENTES DISPONIBLES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CEC del biochar: 40–200 meq/100g (muy alta)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Superficie cargada negativamente atrae Ca²⁺, K⁺, Mg²⁺, NH₄⁺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Los cationes quedan disponibles pero no se van con la lluvia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+45 % cationes disponibles vs. suelo sin biochar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LA ANALOGÍA DE LA ESPONJA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biochar en el suelo = esponja cargada de nutrientes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raíz 'aprieta' la esponja y toma lo que necesita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lluvia no puede sacar los nutrientes de la esponja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Sin biochar: los nutrientes caen al fondo con la lluvia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REDUCCIÓN DE LIXIVIACIÓN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Tolima y Huila: hasta 1.800 mm de lluvia/año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Sin biochar: K⁺ y NH₄⁺ se lixivian antes de ser absorbidos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Con biochar: alta CEC los retiene en zona de raíces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Beneficio económico: menos fertilizante necesario a largo plazo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EVIDENCIA DE PRODUCTIVIDAD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+16 % productividad individual de la planta de café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+13 % productividad del cultivo por hectárea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Efectos acumulativos: mayores en el 2° y 3° año post-aplicación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Fuentes: Lehmann et al. 2009, Singh et al. 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BIOCHAR + FERTILIZANTE = SINERGIA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biochar NO reemplaza el fertilizante, lo potencia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Con biochar: menor lixiviación = misma dosis, más efecto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Más actividad microbiana = mejor mineralización del 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Más HMA = mejor absorción del P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 largo plazo: posible reducción gradual de dosis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EL ARGUMENTO ECONÓMICO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 que antes quemabas → ahora lo produces como biochar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Aplicas en tu suelo → más nutrientes para el café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Menos fertilizante a largo plazo → ahorras dinero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Crédito de carbono → ingreso adicional certificado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Triple beneficio en una sola práctica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