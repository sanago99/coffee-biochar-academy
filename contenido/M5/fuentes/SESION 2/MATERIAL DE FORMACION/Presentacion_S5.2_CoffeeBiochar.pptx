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</a:rPr>
              <a:t>MÓDULO 5 — Beneficios Agronómicos del Biochar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Agua, microbiología
y resiliencia climática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0A0A0"/>
                </a:solidFill>
              </a:rPr>
              <a:t>Sesión 5.2  ·  2 horas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</a:rPr>
              <a:t>Coffee Biochar Academy  ·  Biodiversal SAS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EL PROBLEMA: SEQUÍAS MÁS FRECUENTES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Variabilidad climática afecta Tolima y Huila cada vez más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Períodos secos prolongados = estrés hídrico del café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Estrés hídrico = menos productividad, más enfermedades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El biochar no detiene el cambio climático, pero ayuda al café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+15 % RETENCIÓN DE AGUA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El biochar está lleno de microporos (&lt; 50 μm)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Absorbe 3–6 veces su peso en agua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Esa agua queda disponible para la raíz cuando el suelo se seca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Resultado: +15 % agua disponible para la planta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LOS MICROPOROS COMO RESERVORIOS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Durante la lluvia: absorben y almacenan agua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Durante la sequía: la liberan gradualmente a las raíces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Microambientes húmedos: los microorganismos sobreviven el verano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Efecto combinado: más agua + más microbiología activa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ACTIVACIÓN MICROBIOLÓGICA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Microporos = hábitat ideal para bacterias y hifas fúngicas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Biomasa microbiana total aumenta con biochar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Colonización por HMA: +30–50 % en suelos con biochar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Resultado: mejor ciclo de nutrientes, más P disponible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-29 % ABSORCIÓN DE METALES PESADOS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El biochar sorbe cadmio (Cd) y plomo (Pb) en su superficie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Menos Cd disponible → menor riesgo de contaminación del grano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Relevante en zonas con suelos de origen volcánico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Protege la calidad del grano para exportación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+39 % SOC EN EL SUELO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El biochar añade C estable → aumenta el SOC directamente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SOC = indicador central del crédito de carbono del proyecto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Más SOC: mejor estructura + más CIC + más vida microbiana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Ciclo virtuoso: biochar → más SOC → mejor suelo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RESILIENCIA CLIMÁTICA: EL PAQUETE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Sequía: +15 % agua disponible en microporos del biochar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Lluvia intensa: +45 % retención de nutrientes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Después del estrés: mayor microbiología → recuperación rápida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Resultado: el café sobrevive mejor los extremos climáticos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EJERCICIO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Prepara un discurso de 3 minutos para un productor escéptico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Incluye al menos 3 beneficios con datos concretos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Usa lenguaje accesible — sin términos técnicos sin explicar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Practica en parejas: uno hace de productor, otro de extensionista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